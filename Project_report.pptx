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6" r:id="rId10"/>
    <p:sldId id="263" r:id="rId11"/>
    <p:sldId id="267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Offline AI-Based Photo Categorizer using Flutter and Flask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8001000" cy="17526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2"/>
                </a:solidFill>
              </a:rPr>
              <a:t>Mani</a:t>
            </a:r>
            <a:r>
              <a:rPr lang="en-US" dirty="0">
                <a:solidFill>
                  <a:schemeClr val="tx2"/>
                </a:solidFill>
              </a:rPr>
              <a:t>d</a:t>
            </a:r>
            <a:r>
              <a:rPr dirty="0">
                <a:solidFill>
                  <a:schemeClr val="tx2"/>
                </a:solidFill>
              </a:rPr>
              <a:t>eep </a:t>
            </a:r>
            <a:r>
              <a:rPr>
                <a:solidFill>
                  <a:schemeClr val="tx2"/>
                </a:solidFill>
              </a:rPr>
              <a:t>Nunna </a:t>
            </a:r>
            <a:endParaRPr lang="en-IN" dirty="0">
              <a:solidFill>
                <a:schemeClr val="tx2"/>
              </a:solidFill>
            </a:endParaRPr>
          </a:p>
          <a:p>
            <a:r>
              <a:rPr dirty="0">
                <a:solidFill>
                  <a:schemeClr val="tx2"/>
                </a:solidFill>
              </a:rPr>
              <a:t>Department of CSE (AI &amp; ML)</a:t>
            </a:r>
          </a:p>
          <a:p>
            <a:r>
              <a:rPr dirty="0">
                <a:solidFill>
                  <a:schemeClr val="tx2"/>
                </a:solidFill>
              </a:rPr>
              <a:t>VIT-AP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Managing thousands of images manually is time-consuming.</a:t>
            </a:r>
          </a:p>
          <a:p>
            <a:r>
              <a:t>- Online photo sorters compromise privacy.</a:t>
            </a:r>
          </a:p>
          <a:p>
            <a:r>
              <a:t>- Users need an offline intelligent categorizer that can auto-classify images securely.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Automatically categorize images into scenes (e.g., beach, office).</a:t>
            </a:r>
          </a:p>
          <a:p>
            <a:r>
              <a:t>- Work offline without internet.</a:t>
            </a:r>
          </a:p>
          <a:p>
            <a:r>
              <a:t>- Store images directly in phone memory.</a:t>
            </a:r>
          </a:p>
          <a:p>
            <a:r>
              <a:t>- Simple and elegant user interface.</a:t>
            </a:r>
          </a:p>
          <a:p>
            <a:r>
              <a:t>- Integrate Flutter (frontend) with Flask (backend).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screen shot of a phone">
            <a:extLst>
              <a:ext uri="{FF2B5EF4-FFF2-40B4-BE49-F238E27FC236}">
                <a16:creationId xmlns:a16="http://schemas.microsoft.com/office/drawing/2014/main" id="{137E9A93-F52A-64C0-4685-10594F176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37865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Flutter App → Flask API → AI Model (ResNet18) → Categorized Output</a:t>
            </a:r>
          </a:p>
          <a:p>
            <a:r>
              <a:t>- Flutter sends images to Flask.</a:t>
            </a:r>
          </a:p>
          <a:p>
            <a:r>
              <a:t>- Flask runs AI model and classifies scene.</a:t>
            </a:r>
          </a:p>
          <a:p>
            <a:r>
              <a:t>- Response sent to app and stored locally on the 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Flutter (Dart)</a:t>
            </a:r>
          </a:p>
          <a:p>
            <a:r>
              <a:t>- Backend: Flask (Python)</a:t>
            </a:r>
          </a:p>
          <a:p>
            <a:r>
              <a:t>- Model: ResNet18 trained on Places365</a:t>
            </a:r>
          </a:p>
          <a:p>
            <a:r>
              <a:t>- Libraries: Torch, torchvision, Pillow, http</a:t>
            </a:r>
          </a:p>
          <a:p>
            <a:r>
              <a:t>- IDE: VS Code, Android Studio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Integrated AI model (ResNet18) with Flask backend.</a:t>
            </a:r>
          </a:p>
          <a:p>
            <a:r>
              <a:t>2. Built API endpoints for image upload.</a:t>
            </a:r>
          </a:p>
          <a:p>
            <a:r>
              <a:t>3. Connected Flutter UI to Flask through local IP.</a:t>
            </a:r>
          </a:p>
          <a:p>
            <a:r>
              <a:t>4. Implemented offline IP auto-connect.</a:t>
            </a:r>
          </a:p>
          <a:p>
            <a:r>
              <a:t>5. Stored categorized images in phone folders.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App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Below are the working application results:</a:t>
            </a:r>
          </a:p>
          <a:p>
            <a:r>
              <a:rPr dirty="0"/>
              <a:t>- App connected to Flask server successfully.</a:t>
            </a:r>
          </a:p>
          <a:p>
            <a:r>
              <a:rPr dirty="0"/>
              <a:t>- Images categorized into 'Beach' and '</a:t>
            </a:r>
            <a:r>
              <a:rPr dirty="0" err="1"/>
              <a:t>Picnic_area</a:t>
            </a:r>
            <a:r>
              <a:rPr dirty="0"/>
              <a:t>'.</a:t>
            </a:r>
          </a:p>
          <a:p>
            <a:r>
              <a:rPr dirty="0"/>
              <a:t>- Images stored in phone folders.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3A0F8A2-EFD0-B7F9-AB80-661C7BA35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71" y="592148"/>
            <a:ext cx="3023419" cy="5852897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0EC1D369-FE77-BCD6-6827-547DD2EC1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390" y="590673"/>
            <a:ext cx="2713703" cy="5884606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E74533B0-DF2F-4565-F6C7-374356466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93" y="560440"/>
            <a:ext cx="2917508" cy="588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29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Categorized Folder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categorized folders created in phone storage under:</a:t>
            </a:r>
          </a:p>
          <a:p>
            <a:r>
              <a:rPr dirty="0"/>
              <a:t>/storage/emulated/0/Pictures/</a:t>
            </a:r>
            <a:r>
              <a:rPr dirty="0" err="1"/>
              <a:t>PhotoCategorizer</a:t>
            </a:r>
            <a:r>
              <a:rPr dirty="0"/>
              <a:t>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A5043CFB-8F7D-1ED2-FC0B-55CEA5FC0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529" y="274638"/>
            <a:ext cx="5737123" cy="6308724"/>
          </a:xfrm>
        </p:spPr>
      </p:pic>
    </p:spTree>
    <p:extLst>
      <p:ext uri="{BB962C8B-B14F-4D97-AF65-F5344CB8AC3E}">
        <p14:creationId xmlns:p14="http://schemas.microsoft.com/office/powerpoint/2010/main" val="242143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Offline AI: Works without internet or cloud.</a:t>
            </a:r>
          </a:p>
          <a:p>
            <a:r>
              <a:t>- Privacy-preserving: No image leaves the device.</a:t>
            </a:r>
          </a:p>
          <a:p>
            <a:r>
              <a:t>- Phone Integration: Results stored in user’s gallery.</a:t>
            </a:r>
          </a:p>
          <a:p>
            <a:r>
              <a:t>- Applications: Smart gallery apps, photo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Successfully achieved offline AI image categorization.</a:t>
            </a:r>
          </a:p>
          <a:p>
            <a:r>
              <a:t>- Demonstrated real-time image classification and storage.</a:t>
            </a:r>
          </a:p>
          <a:p>
            <a:r>
              <a:t>- Bridged Flutter frontend and Flask backend effectively.</a:t>
            </a:r>
          </a:p>
          <a:p>
            <a:r>
              <a:t>- Ready for extension into full-fledged smart gallery apps.</a:t>
            </a:r>
          </a:p>
          <a:p>
            <a:endParaRPr/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380</Words>
  <Application>Microsoft Office PowerPoint</Application>
  <PresentationFormat>On-screen Show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Offline AI-Based Photo Categorizer using Flutter and Flask</vt:lpstr>
      <vt:lpstr>Problem Statement</vt:lpstr>
      <vt:lpstr>Objectives</vt:lpstr>
      <vt:lpstr>PowerPoint Presentation</vt:lpstr>
      <vt:lpstr>System Architecture</vt:lpstr>
      <vt:lpstr>Tools and Technologies</vt:lpstr>
      <vt:lpstr>Implementation Steps</vt:lpstr>
      <vt:lpstr>Results - App Screenshots</vt:lpstr>
      <vt:lpstr>PowerPoint Presentation</vt:lpstr>
      <vt:lpstr>Categorized Folder Output</vt:lpstr>
      <vt:lpstr>PowerPoint Presentation</vt:lpstr>
      <vt:lpstr>Novelty and 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manideep nunna</dc:creator>
  <cp:keywords/>
  <dc:description>generated using python-pptx</dc:description>
  <cp:lastModifiedBy>manideep nunna</cp:lastModifiedBy>
  <cp:revision>5</cp:revision>
  <dcterms:created xsi:type="dcterms:W3CDTF">2013-01-27T09:14:16Z</dcterms:created>
  <dcterms:modified xsi:type="dcterms:W3CDTF">2025-11-29T16:28:32Z</dcterms:modified>
  <cp:category/>
</cp:coreProperties>
</file>