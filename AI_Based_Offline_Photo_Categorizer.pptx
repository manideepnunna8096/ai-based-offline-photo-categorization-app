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8" r:id="rId5"/>
    <p:sldId id="259" r:id="rId6"/>
    <p:sldId id="260" r:id="rId7"/>
    <p:sldId id="261" r:id="rId8"/>
    <p:sldId id="262" r:id="rId9"/>
    <p:sldId id="266" r:id="rId10"/>
    <p:sldId id="263" r:id="rId11"/>
    <p:sldId id="267" r:id="rId12"/>
    <p:sldId id="264" r:id="rId13"/>
    <p:sldId id="265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708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t>Offline AI-Based Photo Categorizer using Flutter and Flask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886200"/>
            <a:ext cx="8001000" cy="1752600"/>
          </a:xfrm>
        </p:spPr>
        <p:txBody>
          <a:bodyPr>
            <a:normAutofit/>
          </a:bodyPr>
          <a:lstStyle/>
          <a:p>
            <a:r>
              <a:rPr dirty="0">
                <a:solidFill>
                  <a:schemeClr val="tx2"/>
                </a:solidFill>
              </a:rPr>
              <a:t>Mani</a:t>
            </a:r>
            <a:r>
              <a:rPr lang="en-US" dirty="0">
                <a:solidFill>
                  <a:schemeClr val="tx2"/>
                </a:solidFill>
              </a:rPr>
              <a:t>d</a:t>
            </a:r>
            <a:r>
              <a:rPr dirty="0">
                <a:solidFill>
                  <a:schemeClr val="tx2"/>
                </a:solidFill>
              </a:rPr>
              <a:t>eep Nunna (22BCE8033</a:t>
            </a:r>
            <a:r>
              <a:rPr lang="en-US" dirty="0">
                <a:solidFill>
                  <a:schemeClr val="tx2"/>
                </a:solidFill>
              </a:rPr>
              <a:t>)</a:t>
            </a:r>
            <a:endParaRPr lang="en-IN" dirty="0">
              <a:solidFill>
                <a:schemeClr val="tx2"/>
              </a:solidFill>
            </a:endParaRPr>
          </a:p>
          <a:p>
            <a:r>
              <a:rPr dirty="0">
                <a:solidFill>
                  <a:schemeClr val="tx2"/>
                </a:solidFill>
              </a:rPr>
              <a:t>Department of CSE (AI &amp; ML)</a:t>
            </a:r>
          </a:p>
          <a:p>
            <a:r>
              <a:rPr dirty="0">
                <a:solidFill>
                  <a:schemeClr val="tx2"/>
                </a:solidFill>
              </a:rPr>
              <a:t>VIT-AP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Managing thousands of images manually is time-consuming.</a:t>
            </a:r>
          </a:p>
          <a:p>
            <a:r>
              <a:t>- Online photo sorters compromise privacy.</a:t>
            </a:r>
          </a:p>
          <a:p>
            <a:r>
              <a:t>- Users need an offline intelligent categorizer that can auto-classify images securely.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Automatically categorize images into scenes (e.g., beach, office).</a:t>
            </a:r>
          </a:p>
          <a:p>
            <a:r>
              <a:t>- Work offline without internet.</a:t>
            </a:r>
          </a:p>
          <a:p>
            <a:r>
              <a:t>- Store images directly in phone memory.</a:t>
            </a:r>
          </a:p>
          <a:p>
            <a:r>
              <a:t>- Simple and elegant user interface.</a:t>
            </a:r>
          </a:p>
          <a:p>
            <a:r>
              <a:t>- Integrate Flutter (frontend) with Flask (backend).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Content Placeholder 10" descr="A screen shot of a phone">
            <a:extLst>
              <a:ext uri="{FF2B5EF4-FFF2-40B4-BE49-F238E27FC236}">
                <a16:creationId xmlns:a16="http://schemas.microsoft.com/office/drawing/2014/main" id="{137E9A93-F52A-64C0-4685-10594F176A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"/>
            <a:ext cx="9144000" cy="6858000"/>
          </a:xfrm>
        </p:spPr>
      </p:pic>
    </p:spTree>
    <p:extLst>
      <p:ext uri="{BB962C8B-B14F-4D97-AF65-F5344CB8AC3E}">
        <p14:creationId xmlns:p14="http://schemas.microsoft.com/office/powerpoint/2010/main" val="13786507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Flow: Flutter App → Flask API → AI Model (ResNet18) → Categorized Output</a:t>
            </a:r>
          </a:p>
          <a:p>
            <a:r>
              <a:t>- Flutter sends images to Flask.</a:t>
            </a:r>
          </a:p>
          <a:p>
            <a:r>
              <a:t>- Flask runs AI model and classifies scene.</a:t>
            </a:r>
          </a:p>
          <a:p>
            <a:r>
              <a:t>- Response sent to app and stored locally on the phone.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and 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Frontend: Flutter (Dart)</a:t>
            </a:r>
          </a:p>
          <a:p>
            <a:r>
              <a:t>- Backend: Flask (Python)</a:t>
            </a:r>
          </a:p>
          <a:p>
            <a:r>
              <a:t>- Model: ResNet18 trained on Places365</a:t>
            </a:r>
          </a:p>
          <a:p>
            <a:r>
              <a:t>- Libraries: Torch, torchvision, Pillow, http</a:t>
            </a:r>
          </a:p>
          <a:p>
            <a:r>
              <a:t>- IDE: VS Code, Android Studio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Integrated AI model (ResNet18) with Flask backend.</a:t>
            </a:r>
          </a:p>
          <a:p>
            <a:r>
              <a:t>2. Built API endpoints for image upload.</a:t>
            </a:r>
          </a:p>
          <a:p>
            <a:r>
              <a:t>3. Connected Flutter UI to Flask through local IP.</a:t>
            </a:r>
          </a:p>
          <a:p>
            <a:r>
              <a:t>4. Implemented offline IP auto-connect.</a:t>
            </a:r>
          </a:p>
          <a:p>
            <a:r>
              <a:t>5. Stored categorized images in phone folders.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- App Screenshots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Below are the working application results:</a:t>
            </a:r>
          </a:p>
          <a:p>
            <a:r>
              <a:rPr dirty="0"/>
              <a:t>- App connected to Flask server successfully.</a:t>
            </a:r>
          </a:p>
          <a:p>
            <a:r>
              <a:rPr dirty="0"/>
              <a:t>- Images categorized into 'Beach' and '</a:t>
            </a:r>
            <a:r>
              <a:rPr dirty="0" err="1"/>
              <a:t>Picnic_area</a:t>
            </a:r>
            <a:r>
              <a:rPr dirty="0"/>
              <a:t>'.</a:t>
            </a:r>
          </a:p>
          <a:p>
            <a:r>
              <a:rPr dirty="0"/>
              <a:t>- Images stored in phone folders.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shot of a cell phone&#10;&#10;AI-generated content may be incorrect.">
            <a:extLst>
              <a:ext uri="{FF2B5EF4-FFF2-40B4-BE49-F238E27FC236}">
                <a16:creationId xmlns:a16="http://schemas.microsoft.com/office/drawing/2014/main" id="{83A0F8A2-EFD0-B7F9-AB80-661C7BA352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0571" y="592148"/>
            <a:ext cx="3023419" cy="5852897"/>
          </a:xfrm>
        </p:spPr>
      </p:pic>
      <p:pic>
        <p:nvPicPr>
          <p:cNvPr id="7" name="Picture 6" descr="A screenshot of a phone&#10;&#10;AI-generated content may be incorrect.">
            <a:extLst>
              <a:ext uri="{FF2B5EF4-FFF2-40B4-BE49-F238E27FC236}">
                <a16:creationId xmlns:a16="http://schemas.microsoft.com/office/drawing/2014/main" id="{0EC1D369-FE77-BCD6-6827-547DD2EC11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8390" y="590673"/>
            <a:ext cx="2713703" cy="5884606"/>
          </a:xfrm>
          <a:prstGeom prst="rect">
            <a:avLst/>
          </a:prstGeom>
        </p:spPr>
      </p:pic>
      <p:pic>
        <p:nvPicPr>
          <p:cNvPr id="9" name="Picture 8" descr="A screenshot of a phone&#10;&#10;AI-generated content may be incorrect.">
            <a:extLst>
              <a:ext uri="{FF2B5EF4-FFF2-40B4-BE49-F238E27FC236}">
                <a16:creationId xmlns:a16="http://schemas.microsoft.com/office/drawing/2014/main" id="{E74533B0-DF2F-4565-F6C7-374356466D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6493" y="560440"/>
            <a:ext cx="2917508" cy="5884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61290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Categorized Folder 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The categorized folders created in phone storage under:</a:t>
            </a:r>
          </a:p>
          <a:p>
            <a:r>
              <a:rPr dirty="0"/>
              <a:t>/storage/emulated/0/Pictures/</a:t>
            </a:r>
            <a:r>
              <a:rPr dirty="0" err="1"/>
              <a:t>PhotoCategorizer</a:t>
            </a:r>
            <a:r>
              <a:rPr dirty="0"/>
              <a:t>/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shot of a phone&#10;&#10;AI-generated content may be incorrect.">
            <a:extLst>
              <a:ext uri="{FF2B5EF4-FFF2-40B4-BE49-F238E27FC236}">
                <a16:creationId xmlns:a16="http://schemas.microsoft.com/office/drawing/2014/main" id="{A5043CFB-8F7D-1ED2-FC0B-55CEA5FC0F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20529" y="274638"/>
            <a:ext cx="5737123" cy="6308724"/>
          </a:xfrm>
        </p:spPr>
      </p:pic>
    </p:spTree>
    <p:extLst>
      <p:ext uri="{BB962C8B-B14F-4D97-AF65-F5344CB8AC3E}">
        <p14:creationId xmlns:p14="http://schemas.microsoft.com/office/powerpoint/2010/main" val="24214336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Novelty and 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Offline AI: Works without internet or cloud.</a:t>
            </a:r>
          </a:p>
          <a:p>
            <a:r>
              <a:t>- Privacy-preserving: No image leaves the device.</a:t>
            </a:r>
          </a:p>
          <a:p>
            <a:r>
              <a:t>- Phone Integration: Results stored in user’s gallery.</a:t>
            </a:r>
          </a:p>
          <a:p>
            <a:r>
              <a:t>- Applications: Smart gallery apps, photo management.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t>- Successfully achieved offline AI image categorization.</a:t>
            </a:r>
          </a:p>
          <a:p>
            <a:r>
              <a:t>- Demonstrated real-time image classification and storage.</a:t>
            </a:r>
          </a:p>
          <a:p>
            <a:r>
              <a:t>- Bridged Flutter frontend and Flask backend effectively.</a:t>
            </a:r>
          </a:p>
          <a:p>
            <a:r>
              <a:t>- Ready for extension into full-fledged smart gallery apps.</a:t>
            </a:r>
          </a:p>
          <a:p>
            <a:endParaRPr/>
          </a:p>
          <a:p>
            <a: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</TotalTime>
  <Words>383</Words>
  <Application>Microsoft Office PowerPoint</Application>
  <PresentationFormat>On-screen Show (4:3)</PresentationFormat>
  <Paragraphs>51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Offline AI-Based Photo Categorizer using Flutter and Flask</vt:lpstr>
      <vt:lpstr>Problem Statement</vt:lpstr>
      <vt:lpstr>Objectives</vt:lpstr>
      <vt:lpstr>PowerPoint Presentation</vt:lpstr>
      <vt:lpstr>System Architecture</vt:lpstr>
      <vt:lpstr>Tools and Technologies</vt:lpstr>
      <vt:lpstr>Implementation Steps</vt:lpstr>
      <vt:lpstr>Results - App Screenshots</vt:lpstr>
      <vt:lpstr>PowerPoint Presentation</vt:lpstr>
      <vt:lpstr>Categorized Folder Output</vt:lpstr>
      <vt:lpstr>PowerPoint Presentation</vt:lpstr>
      <vt:lpstr>Novelty and Applications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manideep nunna</dc:creator>
  <cp:keywords/>
  <dc:description>generated using python-pptx</dc:description>
  <cp:lastModifiedBy>manideep nunna</cp:lastModifiedBy>
  <cp:revision>4</cp:revision>
  <dcterms:created xsi:type="dcterms:W3CDTF">2013-01-27T09:14:16Z</dcterms:created>
  <dcterms:modified xsi:type="dcterms:W3CDTF">2025-11-29T16:11:12Z</dcterms:modified>
  <cp:category/>
</cp:coreProperties>
</file>